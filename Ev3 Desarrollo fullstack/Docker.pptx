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25D6C7-A13A-431E-84FB-B59C5FCEAEF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34C5F-BA20-445C-8A0B-40B594A9E7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0F55E0-D419-4680-8159-58BC1A8970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6C975E-2D50-4A2E-AF9D-10C1274F8D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4FB3B2-21F2-496A-BD8F-D6FBD2E6EA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EA0D93-A0A4-45B1-8D55-BC0416A4E2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E0E81-2642-4AB0-AFB9-F942AE1744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54B21C-3F0B-401E-811B-87825E5C977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E0737C-C6EC-4F25-8A91-E832A24CFD4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FEF762-351D-4C0D-A2CC-238493DAE9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340EF3-7049-486C-9A0F-CF45F0508E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759A8F-401C-4999-BB54-3FACEA81CA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wide_isometric_tech_illustration_scene_on_a_whit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8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94360" y="685800"/>
            <a:ext cx="5348880" cy="5394600"/>
          </a:xfrm>
          <a:prstGeom prst="rect">
            <a:avLst/>
          </a:prstGeom>
          <a:solidFill>
            <a:srgbClr val="07162d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68680" y="987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Tema 4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68680" y="1508760"/>
            <a:ext cx="4571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Docker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68680" y="3063240"/>
            <a:ext cx="3383280" cy="360"/>
          </a:xfrm>
          <a:prstGeom prst="line">
            <a:avLst/>
          </a:prstGeom>
          <a:ln w="254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68680" y="34016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Empaquetar y ejecutar microservicios de forma reproducible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5166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Clase modular por tema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de aprendizaje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La idea es entender primero el concepto y luego aplicarlo al proyecto.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0" descr="/mnt/data/wide_isometric_tech_illustration_scene_on_a_white.png"/>
          <p:cNvPicPr/>
          <p:nvPr/>
        </p:nvPicPr>
        <p:blipFill>
          <a:blip r:embed="rId1"/>
          <a:stretch/>
        </p:blipFill>
        <p:spPr>
          <a:xfrm>
            <a:off x="8275320" y="777240"/>
            <a:ext cx="324576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2"/>
          <p:cNvSpPr/>
          <p:nvPr/>
        </p:nvSpPr>
        <p:spPr>
          <a:xfrm>
            <a:off x="8275320" y="777240"/>
            <a:ext cx="3245760" cy="4983120"/>
          </a:xfrm>
          <a:prstGeom prst="rect">
            <a:avLst/>
          </a:prstGeom>
          <a:solidFill>
            <a:srgbClr val="10213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49880" y="14540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49880" y="15271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98520" y="14173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 de ejecutar muchos servicios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41760" y="187452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749880" y="223128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49880" y="23043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298520" y="219456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Qué es Docker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941760" y="265176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749880" y="300852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49880" y="30816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298520" y="297180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Imagen vs contenedor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941760" y="342900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749880" y="378576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49880" y="38588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298520" y="374904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Dockerfile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941760" y="420624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49880" y="456300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49880" y="46360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298520" y="452628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Docker Compose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941760" y="498348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749880" y="53402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49880" y="54133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298520" y="53035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Aplicación al proyecto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El problema que resuelve Docker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Sin Docker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Cada estudiante depende de su instalación local: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Java, Maven, MySQL, puertos, variables y versiones.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 Docker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La aplicación se ejecuta en contenedores definidos por archivos.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Todos levantan el mismo entorno con comandos similares.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¿Qué es Docker?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Definición simple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 permite empaquetar una aplicación con su entorno de ejecución para que funcione de manera similar en distintos equipos.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Para qué sirve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Facilita ejecutar microservicios, bases de datos y dependencias sin configurar todo manualmente en el sistema operativo.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Conceptos básicos de Docker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685800" y="1325880"/>
            <a:ext cx="10835280" cy="331884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685800" y="1325880"/>
            <a:ext cx="5417640" cy="685440"/>
          </a:xfrm>
          <a:prstGeom prst="rect">
            <a:avLst/>
          </a:prstGeom>
          <a:solidFill>
            <a:srgbClr val="10213f"/>
          </a:solidFill>
          <a:ln w="12700">
            <a:solidFill>
              <a:srgbClr val="102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6103800" y="1325880"/>
            <a:ext cx="5417640" cy="68544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914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Concepto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332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Explicación simple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685800" y="201168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103440" y="2011680"/>
            <a:ext cx="360" cy="6580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914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Dockerfile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6332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Receta para construir la imagen del microservicio.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6103440" y="266976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914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Imagen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332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Paquete construido con la aplicación y su configuración.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685800" y="332856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6103440" y="332820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914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Contenedor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6332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Imagen en ejecución. Es el servicio funcionando.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6103440" y="398664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914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 Compose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6332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Archivo para levantar varios contenedores juntos.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Dockerfile mínimo para Spring Boot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FROM eclipse-temurin:21-jre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COPY target/*.jar app.jar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EXPOSE 8081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ENTRYPOINT ["java", "-jar", "app.jar"]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Dockerfile indica cómo ejecutar el JAR del microservicio dentro de un contenedor.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Primero generar el JAR: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mvn clean package -DskipTests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Luego construir la imagen.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docker-compose.yml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services: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cliente-service: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build: ./cliente-service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ports: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- "8081:8081"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depends_on: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- mysql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- eureka-server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mysql: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image: mysql:8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MYSQL_ROOT_PASSWORD: root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Compose permite levantar varios servicios relacionados sin iniciar uno por uno manualmente.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Ejecutar: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 compose up --build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Verificar contenedores: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 ps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Flujo Docker en el proyecto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152712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408744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664776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920808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48024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48024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5029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Código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5029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Proyecto Spring Boot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3040560" y="2148840"/>
            <a:ext cx="959760" cy="9597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304056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58768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Build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258768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Se genera el JAR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5600880" y="2148840"/>
            <a:ext cx="959760" cy="959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560088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14800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Imagen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514800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Dockerfile empaqueta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8161200" y="2148840"/>
            <a:ext cx="959760" cy="959760"/>
          </a:xfrm>
          <a:prstGeom prst="ellipse">
            <a:avLst/>
          </a:prstGeom>
          <a:solidFill>
            <a:srgbClr val="6b5dd3"/>
          </a:solidFill>
          <a:ln w="12700">
            <a:solidFill>
              <a:srgbClr val="6b5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816120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77083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Compose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77083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Levanta varios servicios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10721520" y="2148840"/>
            <a:ext cx="959760" cy="9597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1072152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1013436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Prueba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1013436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Postman consume Gateway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5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Aplicación en nuestro proyecto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Contenedores de aplicación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eureka-server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api-gateway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cliente-service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producto-service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pedido-service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pago-service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despacho-service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Contenedores de apoyo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mysql u otra base de datos.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Opcionalmente se pueden agregar volúmenes para persistencia.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Errores frecuentes con Docker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Docker Desktop no está iniciado.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puerto ya está ocupado.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JAR no existe.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La base de datos aún no está lista.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Solución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Abrir Docker Desktop.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Liberar puertos.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Ejecutar mvn clean package.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Revisar logs con docker compose logs.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Image 0" descr="/mnt/data/wide_isometric_tech_illustration_scene_on_a_whit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2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685800" y="822960"/>
            <a:ext cx="5531760" cy="5257440"/>
          </a:xfrm>
          <a:prstGeom prst="roundRect">
            <a:avLst>
              <a:gd name="adj" fmla="val 1391"/>
            </a:avLst>
          </a:prstGeom>
          <a:solidFill>
            <a:srgbClr val="07162d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987480" y="114300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Cierre: Docker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1005840" y="2057400"/>
            <a:ext cx="480024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Docker no cambia el código de negocio.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Agrega una forma controlada de ejecutar el sistema.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Es el puente entre desarrollo local y despliegue profesional.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Duoc UC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2026-06-02T01:12:46Z</dcterms:created>
  <dc:creator>Material docente Fullstack I</dc:creator>
  <dc:description/>
  <dc:language>en-US</dc:language>
  <cp:lastModifiedBy>Material docente Fullstack I</cp:lastModifiedBy>
  <dcterms:modified xsi:type="dcterms:W3CDTF">2026-06-02T01:12:46Z</dcterms:modified>
  <cp:revision>1</cp:revision>
  <dc:subject>Docker en microservicios</dc:subject>
  <dc:title>Docker en microservicios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