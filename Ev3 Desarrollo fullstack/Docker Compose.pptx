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0996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pic>
        <p:nvPicPr>
          <p:cNvPr id="3" name="Image 0" descr="/mnt/data/wide_clean_vector_infographic_slide_style_image_on.png"/>
          <p:cNvPicPr>
            <a:picLocks noChangeAspect="1"/>
          </p:cNvPicPr>
          <p:nvPr/>
        </p:nvPicPr>
        <p:blipFill>
          <a:blip r:embed="rId3"/>
          <a:srcRect l="20906" r="20906"/>
          <a:stretch/>
        </p:blipFill>
        <p:spPr>
          <a:xfrm>
            <a:off x="6309360" y="502920"/>
            <a:ext cx="5577840" cy="5394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23444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B1F3A"/>
                </a:solidFill>
              </a:rPr>
              <a:t>Docker Compose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21792" y="19202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</a:rPr>
              <a:t>Levantar varios microservicios con un solo archivo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21792" y="2651760"/>
            <a:ext cx="402336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792" y="29718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</a:rPr>
              <a:t>Explicación breve para entender qué hace docker-compose.yml en el proyecto Spring Boot.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21792" y="4251960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435254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Clase práctica · Etapa 05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A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1. ¿Qué problema resuelve?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784080" y="1463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E7FF"/>
                </a:solidFill>
              </a:rPr>
              <a:t>Docker Compose · Fullstack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</a:rPr>
              <a:t>Sin Compose vs con Compose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4846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527048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Sin Docker Compose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8952" y="1892808"/>
            <a:ext cx="45171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Debemos iniciar manualmente cada aplicación: Eureka, Gateway y cinco microservicios.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20840" y="1417320"/>
            <a:ext cx="4800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85432" y="1527048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</a:rPr>
              <a:t>Con Docker Compose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85432" y="1892808"/>
            <a:ext cx="44714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Un único archivo describe todos los contenedores y un solo comando levanta el sistema completo.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063240"/>
            <a:ext cx="3108960" cy="292608"/>
          </a:xfrm>
          <a:prstGeom prst="roundRect">
            <a:avLst>
              <a:gd name="adj" fmla="val 9375"/>
            </a:avLst>
          </a:prstGeom>
          <a:solidFill>
            <a:srgbClr val="EAF2FF"/>
          </a:solidFill>
          <a:ln w="12700">
            <a:solidFill>
              <a:srgbClr val="C7D9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3127248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</a:rPr>
              <a:t>▶ Eureka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456432"/>
            <a:ext cx="3108960" cy="292608"/>
          </a:xfrm>
          <a:prstGeom prst="roundRect">
            <a:avLst>
              <a:gd name="adj" fmla="val 9375"/>
            </a:avLst>
          </a:prstGeom>
          <a:solidFill>
            <a:srgbClr val="EAF2FF"/>
          </a:solidFill>
          <a:ln w="12700">
            <a:solidFill>
              <a:srgbClr val="C7D9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3520440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</a:rPr>
              <a:t>▶ Gateway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3849624"/>
            <a:ext cx="3108960" cy="292608"/>
          </a:xfrm>
          <a:prstGeom prst="roundRect">
            <a:avLst>
              <a:gd name="adj" fmla="val 9375"/>
            </a:avLst>
          </a:prstGeom>
          <a:solidFill>
            <a:srgbClr val="EAF2FF"/>
          </a:solidFill>
          <a:ln w="12700">
            <a:solidFill>
              <a:srgbClr val="C7D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0704" y="3913632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</a:rPr>
              <a:t>▶ Clientes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" y="4242816"/>
            <a:ext cx="3108960" cy="292608"/>
          </a:xfrm>
          <a:prstGeom prst="roundRect">
            <a:avLst>
              <a:gd name="adj" fmla="val 9375"/>
            </a:avLst>
          </a:prstGeom>
          <a:solidFill>
            <a:srgbClr val="EAF2FF"/>
          </a:solidFill>
          <a:ln w="12700">
            <a:solidFill>
              <a:srgbClr val="C7D9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0704" y="4306824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</a:rPr>
              <a:t>▶ Productos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4636008"/>
            <a:ext cx="3108960" cy="292608"/>
          </a:xfrm>
          <a:prstGeom prst="roundRect">
            <a:avLst>
              <a:gd name="adj" fmla="val 9375"/>
            </a:avLst>
          </a:prstGeom>
          <a:solidFill>
            <a:srgbClr val="EAF2FF"/>
          </a:solidFill>
          <a:ln w="12700">
            <a:solidFill>
              <a:srgbClr val="C7D9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4700016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</a:rPr>
              <a:t>▶ Pedidos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4400" y="5029200"/>
            <a:ext cx="3108960" cy="292608"/>
          </a:xfrm>
          <a:prstGeom prst="roundRect">
            <a:avLst>
              <a:gd name="adj" fmla="val 9375"/>
            </a:avLst>
          </a:prstGeom>
          <a:solidFill>
            <a:srgbClr val="EAF2FF"/>
          </a:solidFill>
          <a:ln w="12700">
            <a:solidFill>
              <a:srgbClr val="C7D9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" y="5093208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</a:rPr>
              <a:t>▶ Pagos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" y="5422392"/>
            <a:ext cx="3108960" cy="292608"/>
          </a:xfrm>
          <a:prstGeom prst="roundRect">
            <a:avLst>
              <a:gd name="adj" fmla="val 9375"/>
            </a:avLst>
          </a:prstGeom>
          <a:solidFill>
            <a:srgbClr val="EAF2FF"/>
          </a:solidFill>
          <a:ln w="12700">
            <a:solidFill>
              <a:srgbClr val="C7D9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0704" y="5486400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</a:rPr>
              <a:t>▶ Despachos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96112" y="59893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67A"/>
                </a:solidFill>
              </a:rPr>
              <a:t>Muchos botones / muchas consolas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315200" y="3337560"/>
            <a:ext cx="3474720" cy="822960"/>
          </a:xfrm>
          <a:prstGeom prst="roundRect">
            <a:avLst>
              <a:gd name="adj" fmla="val 444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79792" y="3474720"/>
            <a:ext cx="3145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818120" y="43434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91B2"/>
                </a:solidFill>
              </a:rPr>
              <a:t>Un solo comando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5577840" y="3566160"/>
            <a:ext cx="96012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A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2. ¿Qué es docker-compose.yml?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784080" y="1463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E7FF"/>
                </a:solidFill>
              </a:rPr>
              <a:t>Docker Compose · Fullstack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</a:rPr>
              <a:t>Un mapa para coordinar contenedores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5120640" cy="4297680"/>
          </a:xfrm>
          <a:prstGeom prst="roundRect">
            <a:avLst>
              <a:gd name="adj" fmla="val 85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554480"/>
            <a:ext cx="4791456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eureka-server: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./eureka-server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"8761:8761"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cliente-service: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./cliente-service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eureka-server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257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6792" y="1527048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services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36792" y="1892808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Lista de contenedores que formarán parte de la solución.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2423160"/>
            <a:ext cx="5257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36792" y="2532888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</a:rPr>
              <a:t>build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36792" y="2898648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Indica desde qué carpeta Docker debe construir la imagen.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3429000"/>
            <a:ext cx="5257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6792" y="3538728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C55E"/>
                </a:solidFill>
              </a:rPr>
              <a:t>ports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36792" y="3904488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Conecta un puerto de Windows con un puerto del contenedor.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4434840"/>
            <a:ext cx="5257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36792" y="4544568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</a:rPr>
              <a:t>depends_on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36792" y="4910328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Indica el orden básico de inicio entre contenedores.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A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3. Ejecución lógica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784080" y="1463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E7FF"/>
                </a:solidFill>
              </a:rPr>
              <a:t>Docker Compose · Fullstack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</a:rPr>
              <a:t>De código local a contenedores funcionando</a:t>
            </a:r>
            <a:endParaRPr lang="en-US" sz="2200" dirty="0"/>
          </a:p>
        </p:txBody>
      </p:sp>
      <p:pic>
        <p:nvPicPr>
          <p:cNvPr id="6" name="Image 0" descr="/mnt/data/a_clean_vector_style_infographic_diagram_on_a_w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62272"/>
            <a:ext cx="5303520" cy="29848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539496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5513832"/>
            <a:ext cx="155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43000" y="541324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Maven crea el JAR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3000" y="56692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67A"/>
                </a:solidFill>
              </a:rPr>
              <a:t>target/*.jar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017520" y="5586984"/>
            <a:ext cx="2743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383280" y="539496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11296" y="5513832"/>
            <a:ext cx="155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886200" y="541324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Dockerfile crea la imagen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886200" y="56692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67A"/>
                </a:solidFill>
              </a:rPr>
              <a:t>Java + app.jar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760720" y="5586984"/>
            <a:ext cx="2743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126480" y="5394960"/>
            <a:ext cx="411480" cy="4114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54496" y="5513832"/>
            <a:ext cx="155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629400" y="541324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Compose levanta servicios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629400" y="56692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67A"/>
                </a:solidFill>
              </a:rPr>
              <a:t>7 contenedores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503920" y="5586984"/>
            <a:ext cx="2743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8869680" y="5394960"/>
            <a:ext cx="411480" cy="4114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997696" y="5513832"/>
            <a:ext cx="155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372600" y="541324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La red interna los conecta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372600" y="56692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67A"/>
                </a:solidFill>
              </a:rPr>
              <a:t>nombres de servicio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A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4. Ejemplo aplicado al proyecto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784080" y="1463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E7FF"/>
                </a:solidFill>
              </a:rPr>
              <a:t>Docker Compose · Fullstack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</a:rPr>
              <a:t>Contenedores del sistema Fullstack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13258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0" y="136245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Eureka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77840" y="161848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67A"/>
                </a:solidFill>
              </a:rPr>
              <a:t>8761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0" y="2423160"/>
            <a:ext cx="13258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25511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</a:rPr>
              <a:t>Gateway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77840" y="280720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67A"/>
                </a:solidFill>
              </a:rPr>
              <a:t>8080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14400" y="3886200"/>
            <a:ext cx="13258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01421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</a:rPr>
              <a:t>Clientes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427024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67A"/>
                </a:solidFill>
              </a:rPr>
              <a:t>8081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06040" y="3886200"/>
            <a:ext cx="13258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401421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</a:rPr>
              <a:t>Productos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97480" y="427024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67A"/>
                </a:solidFill>
              </a:rPr>
              <a:t>8082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97680" y="3886200"/>
            <a:ext cx="13258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401421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</a:rPr>
              <a:t>Pedidos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0" y="427024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67A"/>
                </a:solidFill>
              </a:rPr>
              <a:t>8083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89320" y="3886200"/>
            <a:ext cx="13258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401421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</a:rPr>
              <a:t>Pagos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80760" y="427024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67A"/>
                </a:solidFill>
              </a:rPr>
              <a:t>8084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680960" y="3886200"/>
            <a:ext cx="13258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0" y="401421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</a:rPr>
              <a:t>Despachos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0" y="427024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67A"/>
                </a:solidFill>
              </a:rPr>
              <a:t>8085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22960" y="1463040"/>
            <a:ext cx="3474720" cy="658368"/>
          </a:xfrm>
          <a:prstGeom prst="roundRect">
            <a:avLst>
              <a:gd name="adj" fmla="val 555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7552" y="1600200"/>
            <a:ext cx="31455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" y="2331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</a:rPr>
              <a:t>Compose lee el archivo, construye las imágenes y levanta los contenedores en una red común.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A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5. Comandos mínimos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784080" y="1463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E7FF"/>
                </a:solidFill>
              </a:rPr>
              <a:t>Docker Compose · Fullstack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</a:rPr>
              <a:t>Lo necesario para ejecutar y detener la práctica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5577840" cy="4297680"/>
          </a:xfrm>
          <a:prstGeom prst="roundRect">
            <a:avLst>
              <a:gd name="adj" fmla="val 85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463040"/>
            <a:ext cx="5248656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Construir y levantar todo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Levantar en segundo plano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 --build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Ver contenedores activos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Detener y limpiar la ejecución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down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29400" y="1417320"/>
            <a:ext cx="4526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93992" y="1527048"/>
            <a:ext cx="4197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Antes de ejecutar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93992" y="1892808"/>
            <a:ext cx="41970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Abrir Docker Desktop y verificar que responda: docker info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29400" y="2514600"/>
            <a:ext cx="4526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93992" y="2624328"/>
            <a:ext cx="4197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</a:rPr>
              <a:t>Durante la prueba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93992" y="2990088"/>
            <a:ext cx="41970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Entrar por el Gateway: http://localhost:8080/api/clientes/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29400" y="3611880"/>
            <a:ext cx="4526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93992" y="3721608"/>
            <a:ext cx="4197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C55E"/>
                </a:solidFill>
              </a:rPr>
              <a:t>Al terminar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93992" y="4087368"/>
            <a:ext cx="41970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Usar docker compose down para detener los contenedores.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29400" y="489204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</a:rPr>
              <a:t>Idea clave: Compose no reemplaza el código del Proyecto, automatiza cómo se levantan sus partes.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A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FFFFFF"/>
                </a:solidFill>
              </a:rPr>
              <a:t>Resumen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784080" y="1463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E7FF"/>
                </a:solidFill>
              </a:rPr>
              <a:t>Docker Compose · Fullstack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</a:rPr>
              <a:t>La frase corta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563EB"/>
                </a:solidFill>
              </a:rPr>
              <a:t>Dockerfile = receta de una imagen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891B2"/>
                </a:solidFill>
              </a:rPr>
              <a:t>docker-compose.yml = plano general de varios contenedores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2C55E"/>
                </a:solidFill>
              </a:rPr>
              <a:t>Docker Compose = herramienta que levanta toda la arquitectura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3291840" y="4251960"/>
            <a:ext cx="5303520" cy="777240"/>
          </a:xfrm>
          <a:prstGeom prst="roundRect">
            <a:avLst>
              <a:gd name="adj" fmla="val 470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6432" y="4389120"/>
            <a:ext cx="497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31720" y="530352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827"/>
                </a:solidFill>
              </a:rPr>
              <a:t>Con ese comando se construyen imágenes, se crean contenedores y se conectan los servicios.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A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490</Words>
  <Application>Microsoft Office PowerPoint</Application>
  <PresentationFormat>Panorámica</PresentationFormat>
  <Paragraphs>119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Compose explicado simple</dc:title>
  <dc:subject>Docker Compose para microservicios Spring Boot</dc:subject>
  <dc:creator>OpenAI</dc:creator>
  <cp:lastModifiedBy>Erwin Aguilera</cp:lastModifiedBy>
  <cp:revision>3</cp:revision>
  <dcterms:created xsi:type="dcterms:W3CDTF">2026-06-03T11:01:20Z</dcterms:created>
  <dcterms:modified xsi:type="dcterms:W3CDTF">2026-06-03T11:06:28Z</dcterms:modified>
</cp:coreProperties>
</file>