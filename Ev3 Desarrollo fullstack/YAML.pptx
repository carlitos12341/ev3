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7B37CDB-16E9-4ED9-A7F3-2ADDA163794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8D3E59-9889-4CE9-9247-A7E34501506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B5BF5A-9271-4DEC-B1E3-487877D22F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2EEFAE-EE87-4255-8DFC-368C504D945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B3C8C7-963A-45D8-B7E9-BD09AD70624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8845F1-1797-468F-A36A-506BD3DB32D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7068A-C8E5-4846-B1C9-6B118B4C37B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F3E1E5-EF56-4EC6-B928-8C7F086146D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9F0BC3-88B1-442B-8240-5688A86D463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3962B2-74F1-4C5B-A495-F9558B5EDD6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A76E84-27E2-4EF4-875E-108CA78088B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/mnt/data/a_clean_modern_classroom_lecture_scene_in_a_wide.png"/>
          <p:cNvPicPr/>
          <p:nvPr/>
        </p:nvPicPr>
        <p:blipFill>
          <a:blip r:embed="rId1"/>
          <a:srcRect l="54993" t="49994" r="-55045" b="-4999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62d">
              <a:alpha val="88000"/>
            </a:srgbClr>
          </a:solidFill>
          <a:ln w="12700">
            <a:solidFill>
              <a:srgbClr val="07162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594360" y="685800"/>
            <a:ext cx="5348880" cy="5394600"/>
          </a:xfrm>
          <a:prstGeom prst="rect">
            <a:avLst/>
          </a:prstGeom>
          <a:solidFill>
            <a:srgbClr val="07162d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868680" y="987480"/>
            <a:ext cx="4480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a8c7ff"/>
                </a:solidFill>
                <a:effectLst/>
                <a:uFillTx/>
                <a:latin typeface="Aptos"/>
              </a:rPr>
              <a:t>Tema 1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68680" y="1508760"/>
            <a:ext cx="45716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YAML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868680" y="3063240"/>
            <a:ext cx="3383280" cy="360"/>
          </a:xfrm>
          <a:prstGeom prst="line">
            <a:avLst/>
          </a:prstGeom>
          <a:ln w="254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868680" y="3401640"/>
            <a:ext cx="4480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Configuración clara para Spring Boot y microservicios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868680" y="516636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a8c7ff"/>
                </a:solidFill>
                <a:effectLst/>
                <a:uFillTx/>
                <a:latin typeface="Aptos"/>
              </a:rPr>
              <a:t>Clase modular por tema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Ruta de aprendizaje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La idea es entender primero el concepto y luego aplicarlo al proyecto.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Image 0" descr="/mnt/data/a_clean_vector_flat_modern_illustration_of_a_softw.png"/>
          <p:cNvPicPr/>
          <p:nvPr/>
        </p:nvPicPr>
        <p:blipFill>
          <a:blip r:embed="rId1"/>
          <a:stretch/>
        </p:blipFill>
        <p:spPr>
          <a:xfrm>
            <a:off x="8275320" y="777240"/>
            <a:ext cx="3245760" cy="498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Shape 2"/>
          <p:cNvSpPr/>
          <p:nvPr/>
        </p:nvSpPr>
        <p:spPr>
          <a:xfrm>
            <a:off x="8275320" y="777240"/>
            <a:ext cx="3245760" cy="4983120"/>
          </a:xfrm>
          <a:prstGeom prst="rect">
            <a:avLst/>
          </a:prstGeom>
          <a:solidFill>
            <a:srgbClr val="10213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749880" y="145404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749880" y="15271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298520" y="141732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Qué es YAML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941760" y="187452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749880" y="223128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749880" y="230436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298520" y="219456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Para qué sirve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941760" y="265176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1"/>
          <p:cNvSpPr/>
          <p:nvPr/>
        </p:nvSpPr>
        <p:spPr>
          <a:xfrm>
            <a:off x="749880" y="300852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749880" y="308160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1298520" y="297180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Sintaxis básica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941760" y="342900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749880" y="378576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749880" y="38588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1298520" y="374904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Ejemplo simple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941760" y="420624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9"/>
          <p:cNvSpPr/>
          <p:nvPr/>
        </p:nvSpPr>
        <p:spPr>
          <a:xfrm>
            <a:off x="749880" y="456300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749880" y="463608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1298520" y="452628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Aplicación en Spring Boot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2"/>
          <p:cNvSpPr/>
          <p:nvPr/>
        </p:nvSpPr>
        <p:spPr>
          <a:xfrm>
            <a:off x="941760" y="498348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3"/>
          <p:cNvSpPr/>
          <p:nvPr/>
        </p:nvSpPr>
        <p:spPr>
          <a:xfrm>
            <a:off x="749880" y="534024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749880" y="54133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1298520" y="530352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Errores frecuentes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7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¿Qué es YAML?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Definición simple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YAML es un formato de texto para escribir configuración de forma ordenada y legible.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En Spring Boot se usa mucho en archivos application.yml.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Idea clave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No programa la aplicación.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Le indica a Spring Boot cómo debe comportarse: puerto, nombre del servicio, conexión a base de datos, Eureka, perfiles, rutas, etc.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¿Para qué sirve en el proyecto?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Sin YAML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La configuración queda dispersa o repetida.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Es más difícil entender puertos, nombres de servicios y conexiones.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Con YAML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Centralizamos la configuración.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El estudiante puede ver claramente qué puerto usa cada servicio y cómo se conecta con Eureka, Gateway y BD.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Properties vs YAML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"/>
          <p:cNvSpPr/>
          <p:nvPr/>
        </p:nvSpPr>
        <p:spPr>
          <a:xfrm>
            <a:off x="685800" y="1325880"/>
            <a:ext cx="10835280" cy="3318840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685800" y="1325880"/>
            <a:ext cx="5417640" cy="685440"/>
          </a:xfrm>
          <a:prstGeom prst="rect">
            <a:avLst/>
          </a:prstGeom>
          <a:solidFill>
            <a:srgbClr val="10213f"/>
          </a:solidFill>
          <a:ln w="12700">
            <a:solidFill>
              <a:srgbClr val="1021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6103800" y="1325880"/>
            <a:ext cx="5417640" cy="68544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914400" y="1527120"/>
            <a:ext cx="496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application.properties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6332400" y="1527120"/>
            <a:ext cx="496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application.yml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"/>
          <p:cNvSpPr/>
          <p:nvPr/>
        </p:nvSpPr>
        <p:spPr>
          <a:xfrm>
            <a:off x="685800" y="2011680"/>
            <a:ext cx="10835280" cy="65808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6103440" y="2011680"/>
            <a:ext cx="360" cy="6580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914400" y="213048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server.port=8081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6332400" y="213048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server: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  port: 8081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6103440" y="266976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914400" y="278892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spring.application.name=cliente-service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6332400" y="278892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spring: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  application: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    name: cliente-service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685800" y="3328560"/>
            <a:ext cx="10835280" cy="65808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6103440" y="332820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914400" y="344736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eureka.client.service-url.defaultZone=http://localhost:8761/eureka/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6332400" y="344736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eureka: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  client: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    service-url: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      defaultZone: http://localhost:8761/eureka/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7"/>
          <p:cNvSpPr/>
          <p:nvPr/>
        </p:nvSpPr>
        <p:spPr>
          <a:xfrm>
            <a:off x="6103440" y="398664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914400" y="410580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Bueno para configuraciones simples.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6332400" y="410580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Mejor para estructuras jerárquicas y microservicios.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Ejemplo YAML mínimo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De la teoría a nuestro proyecto de microservicios.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658440" y="1508760"/>
            <a:ext cx="5440320" cy="4343040"/>
          </a:xfrm>
          <a:prstGeom prst="roundRect">
            <a:avLst>
              <a:gd name="adj" fmla="val 1263"/>
            </a:avLst>
          </a:prstGeom>
          <a:solidFill>
            <a:srgbClr val="111827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887040" y="1737360"/>
            <a:ext cx="498312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server: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port: 8081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spring: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application: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name: cliente-service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datasource: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url: jdbc:mysql://localhost:3306/clientes_db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username: root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password: root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6446520" y="1508760"/>
            <a:ext cx="507456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6446520" y="1508760"/>
            <a:ext cx="5074560" cy="109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6675120" y="17647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¿Qué significa esto?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6675120" y="225864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Este archivo le dice al microservicio: su puerto, su nombre interno y cómo conectarse a la base de datos.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6446520" y="373068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6446520" y="3730680"/>
            <a:ext cx="5074560" cy="109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6675120" y="398664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Comprobación práctica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6675120" y="4480560"/>
            <a:ext cx="4617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Ejecutar el servicio y revisar consola: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Started ClienteService on port 8081.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YAML aplicado a Eureka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De la teoría a nuestro proyecto de microservicios.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658440" y="1508760"/>
            <a:ext cx="5440320" cy="4343040"/>
          </a:xfrm>
          <a:prstGeom prst="roundRect">
            <a:avLst>
              <a:gd name="adj" fmla="val 1263"/>
            </a:avLst>
          </a:prstGeom>
          <a:solidFill>
            <a:srgbClr val="111827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887040" y="1737360"/>
            <a:ext cx="498312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eureka: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client: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service-url: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defaultZone: http://localhost:8761/eureka/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instance: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prefer-ip-address: true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6446520" y="1508760"/>
            <a:ext cx="507456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6446520" y="1508760"/>
            <a:ext cx="5074560" cy="109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6675120" y="17647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¿Qué significa esto?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6675120" y="225864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Con esta sección el microservicio sabe dónde está Eureka y puede registrarse al iniciar.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6446520" y="373068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6446520" y="3730680"/>
            <a:ext cx="5074560" cy="109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6675120" y="398664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Comprobación práctica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6675120" y="4480560"/>
            <a:ext cx="4617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Abrir Eureka: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http://localhost:8761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Debe aparecer CLIENTE-SERVICE.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Cómo se lee un application.yml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152712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408744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664776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4"/>
          <p:cNvSpPr/>
          <p:nvPr/>
        </p:nvSpPr>
        <p:spPr>
          <a:xfrm>
            <a:off x="920808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480240" y="2148840"/>
            <a:ext cx="959760" cy="959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48024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50292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Nombre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50292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spring.application.name identifica el microservicio.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3040560" y="2148840"/>
            <a:ext cx="959760" cy="959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304056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258768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Puerto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258768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server.port define dónde escucha.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5600880" y="2148840"/>
            <a:ext cx="959760" cy="959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4"/>
          <p:cNvSpPr/>
          <p:nvPr/>
        </p:nvSpPr>
        <p:spPr>
          <a:xfrm>
            <a:off x="560088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514800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BD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514800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datasource conecta con MySQL.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7"/>
          <p:cNvSpPr/>
          <p:nvPr/>
        </p:nvSpPr>
        <p:spPr>
          <a:xfrm>
            <a:off x="8161200" y="2148840"/>
            <a:ext cx="959760" cy="959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816120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770832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Eureka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0"/>
          <p:cNvSpPr/>
          <p:nvPr/>
        </p:nvSpPr>
        <p:spPr>
          <a:xfrm>
            <a:off x="770832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client.service-url registra el servicio.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1"/>
          <p:cNvSpPr/>
          <p:nvPr/>
        </p:nvSpPr>
        <p:spPr>
          <a:xfrm>
            <a:off x="10721520" y="2148840"/>
            <a:ext cx="959760" cy="959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2"/>
          <p:cNvSpPr/>
          <p:nvPr/>
        </p:nvSpPr>
        <p:spPr>
          <a:xfrm>
            <a:off x="1072152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3"/>
          <p:cNvSpPr/>
          <p:nvPr/>
        </p:nvSpPr>
        <p:spPr>
          <a:xfrm>
            <a:off x="1013436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Perfil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4"/>
          <p:cNvSpPr/>
          <p:nvPr/>
        </p:nvSpPr>
        <p:spPr>
          <a:xfrm>
            <a:off x="1013436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dev/docker/remote cambia el entorno.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5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6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Errores frecuentes con YAML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Problema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Usar tabulaciones.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Cambiar espacios por accidente.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Escribir mal el nombre de una clave.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Copiar una URL con espacios.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Solución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Usar solo espacios.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Mantener la indentación.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Comparar con un ejemplo funcional.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Si Spring no inicia, revisar primero application.yml.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Image 0" descr="/mnt/data/a_clean_modern_classroom_lecture_scene_in_a_wide.png"/>
          <p:cNvPicPr/>
          <p:nvPr/>
        </p:nvPicPr>
        <p:blipFill>
          <a:blip r:embed="rId1"/>
          <a:srcRect l="54993" t="49994" r="-55045" b="-4999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62d">
              <a:alpha val="82000"/>
            </a:srgbClr>
          </a:solidFill>
          <a:ln w="12700">
            <a:solidFill>
              <a:srgbClr val="07162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685800" y="822960"/>
            <a:ext cx="5531760" cy="5257440"/>
          </a:xfrm>
          <a:prstGeom prst="roundRect">
            <a:avLst>
              <a:gd name="adj" fmla="val 1391"/>
            </a:avLst>
          </a:prstGeom>
          <a:solidFill>
            <a:srgbClr val="07162d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987480" y="1143000"/>
            <a:ext cx="4937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Cierre: YAML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1005840" y="2057400"/>
            <a:ext cx="4800240" cy="33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YAML no es código Java, es configuración.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Hace visible cómo se arma el microservicio.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Antes de usar Eureka, Gateway o Docker, debemos entender el application.yml.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Duoc UC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2026-06-02T01:12:45Z</dcterms:created>
  <dc:creator>Material docente Fullstack I</dc:creator>
  <dc:description/>
  <dc:language>en-US</dc:language>
  <cp:lastModifiedBy>Material docente Fullstack I</cp:lastModifiedBy>
  <dcterms:modified xsi:type="dcterms:W3CDTF">2026-06-02T01:12:45Z</dcterms:modified>
  <cp:revision>1</cp:revision>
  <dc:subject>YAML aplicado a Spring Boot</dc:subject>
  <dc:title>YAML aplicado a Spring Boot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